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commentAuthors.xml" ContentType="application/vnd.openxmlformats-officedocument.presentationml.comment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/>
</file>

<file path=ppt/commentAuthors.xml><?xml version="1.0" encoding="utf-8"?>
<p:cmAuthorLst xmlns:p="http://schemas.openxmlformats.org/presentationml/2006/main">
  <p:cmAuthor id="0" name="Jamie Doe" initials="JD" lastIdx="1" clrIdx="0"/>
</p:cmAuthorLst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commentAuthors" Target="commentAuthors.xml"/></Relationships>
</file>

<file path=docProps/app.xml><?xml version="1.0" encoding="utf-8"?>
<Properties xmlns="http://schemas.openxmlformats.org/officeDocument/2006/extended-properties" xmlns:vt="http://schemas.openxmlformats.org/officeDocument/2006/docPropsVTypes">
  <Template>C:\Users\JamieDoe\Templates\Letter.dotm</Template>
  <TotalTime>342</TotalTime>
  <Application>Microsoft Office Word</Application>
  <Company>Springfield Nuclear</Company>
  <Manager>Monty Burns</Manager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 - Jamie</dc:title>
  <dc:creator>Jamie Doe</dc:creator>
  <cp:lastModifiedBy>Alex Smith</cp:lastModifiedBy>
  <cp:revision>14</cp:revision>
  <cp:keywords>springfield</cp:keywords>
  <dcterms:created xsi:type="dcterms:W3CDTF">2024-06-01T08:14:22Z</dcterms:created>
  <dcterms:modified xsi:type="dcterms:W3CDTF">2024-06-03T17:02:00Z</dcterms:modified>
  <cp:lastPrinted>2024-06-02T09:00:00Z</cp:lastPrin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ientName">
    <vt:lpwstr>Jamie Doe</vt:lpwstr>
  </property>
</Properties>
</file>